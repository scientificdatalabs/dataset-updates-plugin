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-1452" y="-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5668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319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64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935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93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33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91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1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5142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74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7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F922B-787C-446B-AC3B-04D5B02D715A}" type="datetimeFigureOut">
              <a:rPr lang="en-GB" smtClean="0"/>
              <a:t>29/11/2017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4F6118-002E-43E7-BA32-2D07B833C8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9064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3200" dirty="0" smtClean="0"/>
              <a:t>Researchers want to know about things that have happened </a:t>
            </a:r>
            <a:r>
              <a:rPr lang="en-GB" sz="3200" b="1" dirty="0" smtClean="0"/>
              <a:t>after</a:t>
            </a:r>
            <a:r>
              <a:rPr lang="en-GB" sz="3200" dirty="0" smtClean="0"/>
              <a:t> an article they are reading was published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179244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 smtClean="0"/>
              <a:t>Altmetric</a:t>
            </a:r>
            <a:r>
              <a:rPr lang="en-GB" dirty="0" smtClean="0"/>
              <a:t> browser plugin</a:t>
            </a:r>
            <a:endParaRPr lang="en-GB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866070"/>
            <a:ext cx="8009769" cy="4038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/>
          <p:nvPr/>
        </p:nvCxnSpPr>
        <p:spPr>
          <a:xfrm>
            <a:off x="7236296" y="1124744"/>
            <a:ext cx="720080" cy="64807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19672" y="1147783"/>
            <a:ext cx="537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Alerts reader to post-publication social media attention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1923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 smtClean="0"/>
              <a:t>CrossMark</a:t>
            </a:r>
            <a:r>
              <a:rPr lang="en-GB" dirty="0" smtClean="0"/>
              <a:t> alerts readers to post-publication corrections to an article</a:t>
            </a:r>
            <a:endParaRPr lang="en-GB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" y="1772816"/>
            <a:ext cx="8153400" cy="3724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/>
          <p:nvPr/>
        </p:nvCxnSpPr>
        <p:spPr>
          <a:xfrm>
            <a:off x="7236296" y="1448780"/>
            <a:ext cx="504056" cy="1692188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850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Why can’t we do this with data?</a:t>
            </a:r>
            <a:endParaRPr lang="en-GB" dirty="0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560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Introducing D’OI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4627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46</Words>
  <Application>Microsoft Office PowerPoint</Application>
  <PresentationFormat>On-screen Show (4:3)</PresentationFormat>
  <Paragraphs>6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Researchers want to know about things that have happened after an article they are reading was published</vt:lpstr>
      <vt:lpstr>Altmetric browser plugin</vt:lpstr>
      <vt:lpstr>CrossMark alerts readers to post-publication corrections to an article</vt:lpstr>
      <vt:lpstr>Why can’t we do this with data?</vt:lpstr>
      <vt:lpstr>Introducing D’OI</vt:lpstr>
    </vt:vector>
  </TitlesOfParts>
  <Company>Macmillan Publishing Ltd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Researchers want to know about things that have happened after an article they are reading was published</dc:title>
  <dc:creator>Hufton, Andrew</dc:creator>
  <cp:lastModifiedBy>Hufton, Andrew</cp:lastModifiedBy>
  <cp:revision>3</cp:revision>
  <dcterms:created xsi:type="dcterms:W3CDTF">2017-11-29T12:01:06Z</dcterms:created>
  <dcterms:modified xsi:type="dcterms:W3CDTF">2017-11-29T13:17:36Z</dcterms:modified>
</cp:coreProperties>
</file>